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ot Dunne" userId="970513c4-4950-44f2-a41a-1f7795cba545" providerId="ADAL" clId="{873D0D79-2CD6-4A8E-B0BB-A59114A493AB}"/>
    <pc:docChg chg="custSel modSld">
      <pc:chgData name="Eliot Dunne" userId="970513c4-4950-44f2-a41a-1f7795cba545" providerId="ADAL" clId="{873D0D79-2CD6-4A8E-B0BB-A59114A493AB}" dt="2026-02-13T10:37:54.482" v="37" actId="207"/>
      <pc:docMkLst>
        <pc:docMk/>
      </pc:docMkLst>
      <pc:sldChg chg="addSp delSp modSp mod">
        <pc:chgData name="Eliot Dunne" userId="970513c4-4950-44f2-a41a-1f7795cba545" providerId="ADAL" clId="{873D0D79-2CD6-4A8E-B0BB-A59114A493AB}" dt="2026-02-13T10:37:54.482" v="37" actId="207"/>
        <pc:sldMkLst>
          <pc:docMk/>
          <pc:sldMk cId="1204671976" sldId="256"/>
        </pc:sldMkLst>
        <pc:spChg chg="mod">
          <ac:chgData name="Eliot Dunne" userId="970513c4-4950-44f2-a41a-1f7795cba545" providerId="ADAL" clId="{873D0D79-2CD6-4A8E-B0BB-A59114A493AB}" dt="2026-02-13T10:36:28.699" v="21" actId="1035"/>
          <ac:spMkLst>
            <pc:docMk/>
            <pc:sldMk cId="1204671976" sldId="256"/>
            <ac:spMk id="2" creationId="{BD7D31A1-06FE-63E2-BFAE-BCCF4F84BF8A}"/>
          </ac:spMkLst>
        </pc:spChg>
        <pc:spChg chg="del">
          <ac:chgData name="Eliot Dunne" userId="970513c4-4950-44f2-a41a-1f7795cba545" providerId="ADAL" clId="{873D0D79-2CD6-4A8E-B0BB-A59114A493AB}" dt="2026-02-13T10:36:32.152" v="22" actId="478"/>
          <ac:spMkLst>
            <pc:docMk/>
            <pc:sldMk cId="1204671976" sldId="256"/>
            <ac:spMk id="3" creationId="{3CAB8076-F217-96F0-751A-D79B8CA30B72}"/>
          </ac:spMkLst>
        </pc:spChg>
        <pc:spChg chg="add mod ord">
          <ac:chgData name="Eliot Dunne" userId="970513c4-4950-44f2-a41a-1f7795cba545" providerId="ADAL" clId="{873D0D79-2CD6-4A8E-B0BB-A59114A493AB}" dt="2026-02-13T10:37:54.482" v="37" actId="207"/>
          <ac:spMkLst>
            <pc:docMk/>
            <pc:sldMk cId="1204671976" sldId="256"/>
            <ac:spMk id="4" creationId="{F0F5DDC8-84EF-268D-0436-712E41B0DF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F31FA-34C5-4F12-0647-06CE43785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1DD22D-1A7F-E9E9-5221-E8D9DBEA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1127C-6388-A435-ECEF-D4A1AE645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312B75-2FFC-EFA4-FCB9-9A9554D83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C0BD2-8E25-F840-5894-C02E670DD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639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9B07E-218A-A773-FEDF-4B3AE569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2AA5A-63BA-1182-6A54-82873781C4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9ADA1-76DC-C7B1-1B5F-EDD4297C0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9F2910-9F32-97A6-7121-3773E1C40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1356F0-49C7-7441-8627-834E30600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65543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DB03-8510-82EF-255C-FF9DE44E6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09042-D63D-5BEE-2DB9-675FC32F5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3ECA7B-2EF2-A7EE-A83C-738288183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220AC-F71E-86FB-395F-DD51F87BD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F90EF-3E49-04AF-3F6A-A74079A77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5573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218D9-C304-BA4E-3303-0C5261F58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30236-3687-7DB0-849F-67863A0672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AD58D-CD17-57D4-A416-7E16FA8E45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E6E5D-C8A8-09F9-7F67-0014D85FD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752DD-4BDD-1EB8-AA57-6409867B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F5B81-909C-5307-BD93-AAA1C537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78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A3555-5CD6-FE52-446B-F7EF753E8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04FF32-D13B-780C-2A12-97D793CE8A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2F9D45-D03E-482C-86B1-9C4772FD7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7D82C9-EE93-1D8B-0050-4CCE181C30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86EB4-DBF2-2ED8-36DF-B46BE84E6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A438EE-FA23-9709-C8B9-E526B4B4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08E875-ADAE-A39C-8458-D4C08B593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7B6B9-AE5A-A71F-3070-5CA15A91C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7689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E3E78-3E79-F0A5-872C-2A96EA7D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F36AD8-5713-3280-CAFB-15FA2EDF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6AACD1-A94C-3B11-5AF7-99A2B3B39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E62F64-B523-253F-E2F9-94F66653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0938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625F57-45E9-81E3-446D-C47BF610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1632E7-55B5-9A94-B52D-18C56F94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37AD0F-1819-85CD-F4F3-583D0319F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83225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8D1F9-93A3-7D03-B194-DAB62730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9AA77-04DF-5EFC-370C-83A119597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14DDC2-9FE1-2809-653E-E78674F0D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530D3-DA6E-B72C-F9D0-C975E4B8A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3888D-FE91-99AB-1A90-53CC30B6E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B743D4-9D76-9861-3E98-0B762440D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99701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AB69E-5860-CA11-273E-6B9DB91AC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491A1-7A2C-157D-CF3A-07AAF50A3C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BDB18-E745-2A6A-D482-613A8FF37D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C613E4-CAA3-0E40-62EC-5EC99628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CA3460-18E4-07FA-0835-60566D08C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0C2910-374D-12A9-A74E-877CFCC5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36767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667578-989B-06E2-E1EB-45D5B039C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BD550-F056-D84D-9428-E32FFE4E8C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BA224-375E-ECAB-CAEB-A87DB1F61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51046-8D8C-4375-E1F0-9E479043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DD8F8-C63C-0F72-74C0-F332FA42B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99351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9B3D0-F779-4005-2A18-880FA0D50F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949A4-81AF-EA5E-DD6D-8520F9287B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0129F-B154-A06C-C564-FD9E6CA36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CF95C-B3D8-28AE-1377-CE31F39C7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862D2-D79B-1ECA-6976-3912F0166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7448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73079E2-B2DE-D27D-8583-2F9F67E17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F908B-13B8-E6A3-0DE5-F86C4109E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B88E6-4FB5-497C-0E52-43A64DD725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6BE0E-A797-4281-AFC1-701A8014E076}" type="datetimeFigureOut">
              <a:rPr lang="en-IE" smtClean="0"/>
              <a:t>13/02/2026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CCE7D-7EEB-F060-5F98-943F4FD750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D674C-ABD8-1129-DC73-40BA625F1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32864F-B7FE-4BB3-BDFB-75637416526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065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bbon: Tilted Down 3">
            <a:extLst>
              <a:ext uri="{FF2B5EF4-FFF2-40B4-BE49-F238E27FC236}">
                <a16:creationId xmlns:a16="http://schemas.microsoft.com/office/drawing/2014/main" id="{F0F5DDC8-84EF-268D-0436-712E41B0DFD2}"/>
              </a:ext>
            </a:extLst>
          </p:cNvPr>
          <p:cNvSpPr/>
          <p:nvPr/>
        </p:nvSpPr>
        <p:spPr>
          <a:xfrm>
            <a:off x="0" y="1276612"/>
            <a:ext cx="12031133" cy="1710267"/>
          </a:xfrm>
          <a:prstGeom prst="ribbon">
            <a:avLst>
              <a:gd name="adj1" fmla="val 18496"/>
              <a:gd name="adj2" fmla="val 75000"/>
            </a:avLst>
          </a:prstGeom>
          <a:blipFill>
            <a:blip r:embed="rId2"/>
            <a:tile tx="0" ty="0" sx="100000" sy="100000" flip="none" algn="tl"/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7D31A1-06FE-63E2-BFAE-BCCF4F84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34065"/>
            <a:ext cx="9144000" cy="995363"/>
          </a:xfrm>
        </p:spPr>
        <p:txBody>
          <a:bodyPr/>
          <a:lstStyle/>
          <a:p>
            <a:r>
              <a:rPr lang="en-IE" dirty="0">
                <a:latin typeface="Broadway" panose="04040905080B02020502" pitchFamily="82" charset="0"/>
              </a:rPr>
              <a:t>Zero Hunger Demeter</a:t>
            </a:r>
          </a:p>
        </p:txBody>
      </p:sp>
    </p:spTree>
    <p:extLst>
      <p:ext uri="{BB962C8B-B14F-4D97-AF65-F5344CB8AC3E}">
        <p14:creationId xmlns:p14="http://schemas.microsoft.com/office/powerpoint/2010/main" val="1204671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Broadway</vt:lpstr>
      <vt:lpstr>Office Theme</vt:lpstr>
      <vt:lpstr>Zero Hunger Demeter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Eliot Dunne</dc:creator>
  <cp:lastModifiedBy>Eliot Dunne</cp:lastModifiedBy>
  <cp:revision>1</cp:revision>
  <dcterms:created xsi:type="dcterms:W3CDTF">2026-02-10T18:33:37Z</dcterms:created>
  <dcterms:modified xsi:type="dcterms:W3CDTF">2026-02-13T10:37:59Z</dcterms:modified>
</cp:coreProperties>
</file>